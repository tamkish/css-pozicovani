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3" r:id="rId1"/>
  </p:sldMasterIdLst>
  <p:sldIdLst>
    <p:sldId id="256" r:id="rId2"/>
    <p:sldId id="259" r:id="rId3"/>
    <p:sldId id="268" r:id="rId4"/>
    <p:sldId id="269" r:id="rId5"/>
    <p:sldId id="260" r:id="rId6"/>
    <p:sldId id="262" r:id="rId7"/>
    <p:sldId id="263" r:id="rId8"/>
    <p:sldId id="264" r:id="rId9"/>
    <p:sldId id="265" r:id="rId10"/>
    <p:sldId id="261" r:id="rId11"/>
    <p:sldId id="267" r:id="rId12"/>
    <p:sldId id="25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C81905-D123-4D5A-A9F5-E39517210649}">
          <p14:sldIdLst>
            <p14:sldId id="256"/>
          </p14:sldIdLst>
        </p14:section>
        <p14:section name="display" id="{068F2195-5D89-4C9B-9BE5-99E58CB0423E}">
          <p14:sldIdLst>
            <p14:sldId id="259"/>
            <p14:sldId id="268"/>
            <p14:sldId id="269"/>
          </p14:sldIdLst>
        </p14:section>
        <p14:section name="position" id="{0AA46232-96F7-4449-BE4E-931B271A0241}">
          <p14:sldIdLst>
            <p14:sldId id="260"/>
            <p14:sldId id="262"/>
            <p14:sldId id="263"/>
            <p14:sldId id="264"/>
            <p14:sldId id="265"/>
          </p14:sldIdLst>
        </p14:section>
        <p14:section name="float" id="{CE940618-8CF9-4839-9FBB-812A5EDD8044}">
          <p14:sldIdLst>
            <p14:sldId id="261"/>
          </p14:sldIdLst>
        </p14:section>
        <p14:section name="Untitled Section" id="{4FBD13C6-B8A3-44B5-935D-AAF641A07B64}">
          <p14:sldIdLst>
            <p14:sldId id="267"/>
          </p14:sldIdLst>
        </p14:section>
        <p14:section name="zdroje" id="{1E752E5A-2A0A-4876-96E1-08DFD56CB07B}">
          <p14:sldIdLst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21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3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9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56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17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13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35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86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67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934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66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6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75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33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1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4B8A19F-7B48-4266-81DF-D2FDE458D540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37081-D589-484B-A911-F8DAD2291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48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  <p:sldLayoutId id="2147484035" r:id="rId12"/>
    <p:sldLayoutId id="2147484036" r:id="rId13"/>
    <p:sldLayoutId id="2147484037" r:id="rId14"/>
    <p:sldLayoutId id="2147484038" r:id="rId15"/>
    <p:sldLayoutId id="2147484039" r:id="rId16"/>
    <p:sldLayoutId id="2147484040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kpsatweb.cz/css/css-pozicovani.html" TargetMode="External"/><Relationship Id="rId2" Type="http://schemas.openxmlformats.org/officeDocument/2006/relationships/hyperlink" Target="https://www.w3schools.com/css/css_positioning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css/tryit.asp?filename=trycss_position_stick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0A52-13F4-49FA-BF4A-FF634307C1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Mo</a:t>
            </a:r>
            <a:r>
              <a:rPr lang="cs-CZ" sz="4400" dirty="0"/>
              <a:t>žnosti pozicování na webových stránkách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73927-48B7-458B-86CC-EC75356A97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Martin Vrba</a:t>
            </a:r>
          </a:p>
        </p:txBody>
      </p:sp>
    </p:spTree>
    <p:extLst>
      <p:ext uri="{BB962C8B-B14F-4D97-AF65-F5344CB8AC3E}">
        <p14:creationId xmlns:p14="http://schemas.microsoft.com/office/powerpoint/2010/main" val="3153882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80B989-D4C4-4E6D-B034-E60B8651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display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5B627-0F4B-4AF0-85B0-46112A511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Block, inline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813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09CA84-7613-4AEE-AFB7-ED22687D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display: block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875CF5-E237-40ED-B702-D56E7A926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218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09CA84-7613-4AEE-AFB7-ED22687D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display: inline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875CF5-E237-40ED-B702-D56E7A926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5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80B989-D4C4-4E6D-B034-E60B8651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position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5B627-0F4B-4AF0-85B0-46112A511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static, relative, fixed, absolute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797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09CA84-7613-4AEE-AFB7-ED22687D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position: static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875CF5-E237-40ED-B702-D56E7A926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„defaultní“ pozicování</a:t>
            </a:r>
          </a:p>
          <a:p>
            <a:r>
              <a:rPr lang="cs-CZ" dirty="0"/>
              <a:t>nemá na něj vliv atributy top, left, ...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9096AA-33B5-4B67-BD55-42215BF6E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75" y="3256335"/>
            <a:ext cx="6796275" cy="299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2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09CA84-7613-4AEE-AFB7-ED22687D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position: relative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875CF5-E237-40ED-B702-D56E7A926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změna pozice pomocí top, left, right, bottom</a:t>
            </a:r>
          </a:p>
          <a:p>
            <a:r>
              <a:rPr lang="cs-CZ" dirty="0"/>
              <a:t>relativní vůči původní pozici (static)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DD3C26-3B6D-4721-8F78-7A000A085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30" y="3336616"/>
            <a:ext cx="6535024" cy="270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08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09CA84-7613-4AEE-AFB7-ED22687D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position: fixed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875CF5-E237-40ED-B702-D56E7A926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6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09CA84-7613-4AEE-AFB7-ED22687D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position: absolute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875CF5-E237-40ED-B702-D56E7A926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95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80B989-D4C4-4E6D-B034-E60B8651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float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5B627-0F4B-4AF0-85B0-46112A511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5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80B989-D4C4-4E6D-B034-E60B8651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float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5B627-0F4B-4AF0-85B0-46112A511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73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4B72-A33F-4BC4-89D7-12406FA99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Zdroje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6E66F-B9D4-4030-9464-1C6510134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cs-CZ" sz="1400" dirty="0">
              <a:solidFill>
                <a:srgbClr val="AD1F1F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https://www.w3schools.com/css/css_positioning.asp</a:t>
            </a:r>
            <a:endParaRPr lang="cs-CZ" sz="1400" dirty="0"/>
          </a:p>
          <a:p>
            <a:r>
              <a:rPr lang="en-US" sz="1400" dirty="0">
                <a:hlinkClick r:id="rId3"/>
              </a:rPr>
              <a:t>https://www.jakpsatweb.cz/css/css-pozicovani.html</a:t>
            </a:r>
            <a:endParaRPr lang="en-US" sz="1400" dirty="0"/>
          </a:p>
          <a:p>
            <a:r>
              <a:rPr lang="cs-CZ" sz="1400" dirty="0"/>
              <a:t>u</a:t>
            </a:r>
            <a:r>
              <a:rPr lang="en-US" sz="1400" dirty="0"/>
              <a:t>k</a:t>
            </a:r>
            <a:r>
              <a:rPr lang="cs-CZ" sz="1400" dirty="0"/>
              <a:t>ázka position:sticky </a:t>
            </a:r>
            <a:r>
              <a:rPr lang="cs-CZ" sz="1400" dirty="0">
                <a:hlinkClick r:id="rId4"/>
              </a:rPr>
              <a:t>https://www.w3schools.com/css/tryit.asp?filename=trycss_position_sticky</a:t>
            </a:r>
            <a:endParaRPr lang="cs-CZ" sz="1400" dirty="0"/>
          </a:p>
          <a:p>
            <a:endParaRPr lang="cs-CZ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499889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194</TotalTime>
  <Words>127</Words>
  <Application>Microsoft Office PowerPoint</Application>
  <PresentationFormat>On-screen Show (4:3)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Možnosti pozicování na webových stránkách</vt:lpstr>
      <vt:lpstr>display</vt:lpstr>
      <vt:lpstr>display: block</vt:lpstr>
      <vt:lpstr>display: inline</vt:lpstr>
      <vt:lpstr>position</vt:lpstr>
      <vt:lpstr>position: static</vt:lpstr>
      <vt:lpstr>position: relative</vt:lpstr>
      <vt:lpstr>position: fixed</vt:lpstr>
      <vt:lpstr>position: absolute</vt:lpstr>
      <vt:lpstr>float</vt:lpstr>
      <vt:lpstr>float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Možnosti pozicování na webových stránkách</dc:title>
  <dc:creator>Martin Vrba</dc:creator>
  <cp:lastModifiedBy>Martin Vrba</cp:lastModifiedBy>
  <cp:revision>2</cp:revision>
  <dcterms:created xsi:type="dcterms:W3CDTF">2022-02-22T18:32:56Z</dcterms:created>
  <dcterms:modified xsi:type="dcterms:W3CDTF">2022-02-22T21:47:47Z</dcterms:modified>
</cp:coreProperties>
</file>